
<file path=[Content_Types].xml><?xml version="1.0" encoding="utf-8"?>
<Types xmlns="http://schemas.openxmlformats.org/package/2006/content-types"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Layouts/slideLayout6.xml" ContentType="application/vnd.openxmlformats-officedocument.presentationml.slideLayout+xml"/>
  <Default Extension="rels" ContentType="application/vnd.openxmlformats-package.relationships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Default Extension="png" ContentType="image/png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36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B5D32-EA68-7A49-980B-145F11F0626E}" type="datetimeFigureOut">
              <a:rPr lang="en-US" smtClean="0"/>
              <a:t>12/3/18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A90BD-866E-5B44-9A65-0691ECEAACC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s-ES_tradnl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Efecto de lente térmico</a:t>
            </a:r>
            <a:endParaRPr lang="es-ES_tradnl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scene3d>
              <a:camera prst="orthographicFront"/>
              <a:lightRig rig="flat" dir="tl"/>
            </a:scene3d>
            <a:sp3d contourW="19050" prstMaterial="clear">
              <a:bevelT w="50800" h="50800"/>
              <a:contourClr>
                <a:schemeClr val="accent5">
                  <a:tint val="70000"/>
                  <a:satMod val="180000"/>
                  <a:alpha val="70000"/>
                </a:schemeClr>
              </a:contourClr>
            </a:sp3d>
          </a:bodyPr>
          <a:lstStyle/>
          <a:p>
            <a:r>
              <a:rPr lang="es-ES_tradnl" b="1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</a:rPr>
              <a:t>Andrés Gómez Arias </a:t>
            </a:r>
          </a:p>
          <a:p>
            <a:r>
              <a:rPr lang="es-ES_tradnl" b="1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</a:rPr>
              <a:t>Y</a:t>
            </a:r>
          </a:p>
          <a:p>
            <a:r>
              <a:rPr lang="es-ES_tradnl" b="1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</a:rPr>
              <a:t>Stefan Daniel Nellen Mondragón </a:t>
            </a:r>
            <a:endParaRPr lang="es-ES_tradnl" b="1" dirty="0">
              <a:ln/>
              <a:solidFill>
                <a:schemeClr val="accent5">
                  <a:tint val="50000"/>
                  <a:satMod val="1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Objetivo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Observar y medir el efecto de lente térmico.</a:t>
            </a:r>
            <a:endParaRPr lang="es-ES_tradn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 smtClean="0"/>
              <a:t>Un haz incidente sobre dos superficies planas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No desvía su dirección</a:t>
            </a:r>
          </a:p>
          <a:p>
            <a:r>
              <a:rPr lang="es-ES_tradnl" dirty="0" smtClean="0"/>
              <a:t>Se recorre su trayectoria a lo largo de la superficie</a:t>
            </a:r>
            <a:endParaRPr lang="es-ES_tradnl" dirty="0"/>
          </a:p>
        </p:txBody>
      </p:sp>
      <p:pic>
        <p:nvPicPr>
          <p:cNvPr id="4" name="Picture 3" descr="lineasf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461" y="2856655"/>
            <a:ext cx="3406361" cy="3664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43</Words>
  <Application>Microsoft Macintosh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Efecto de lente térmico</vt:lpstr>
      <vt:lpstr>Objetivo</vt:lpstr>
      <vt:lpstr>Un haz incidente sobre dos superficies planas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Efecto de lente térmico</dc:title>
  <dc:creator>Stefan</dc:creator>
  <cp:lastModifiedBy>Stefan</cp:lastModifiedBy>
  <cp:revision>2</cp:revision>
  <dcterms:created xsi:type="dcterms:W3CDTF">2018-12-03T17:19:01Z</dcterms:created>
  <dcterms:modified xsi:type="dcterms:W3CDTF">2018-12-03T20:13:50Z</dcterms:modified>
</cp:coreProperties>
</file>